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59" r:id="rId12"/>
    <p:sldId id="267" r:id="rId13"/>
    <p:sldId id="269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FE6"/>
    <a:srgbClr val="E7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2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5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5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6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10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6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3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6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8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74B87-3E19-4E9C-A247-25421791EAF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5EDC4-833E-4618-8B9B-2E6A5244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5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0112" y="403163"/>
            <a:ext cx="11560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De Novo Protein Candidates to Mimic the 6S RNA  Regulatory Interface of </a:t>
            </a:r>
            <a:r>
              <a:rPr lang="el-G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0114" y="1911268"/>
            <a:ext cx="11560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computational proof- of concept for protein mimicry of an RNA mediated regulatory interface.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112" y="3298103"/>
            <a:ext cx="115606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Hackathon: Boltzmann  AI Research Agent Hackathon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By,                                                                          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 31-08-2026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Sandhya Elumalai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400" y="195943"/>
            <a:ext cx="2373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0114" y="1197430"/>
            <a:ext cx="116041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6S RNA: A natural Regulatory RNA –Protein Interaction </a:t>
            </a: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6S RNA is a bacterial regulatory RNA that binds the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70- containing RNA polymerase holoenzyme.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interacts with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 and interferes with promoter recognition and modulates transcription.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experimentally solved 5VT0 structure provides a structural reference for this native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6S RNA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 interaction.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native RNA- protein interaction provides a template for exploring whether a de novo protein can reproduce part of the same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 interaction surface.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53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400" y="195943"/>
            <a:ext cx="2373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cdn.rcsb.org/images/structures/5vt0_assembly-1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32" y="920300"/>
            <a:ext cx="5700939" cy="570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09657" y="1589314"/>
            <a:ext cx="56823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6S RNA–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σ70/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RNAP complex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 From RCSB PDB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Entry ID (PDB): 5VT0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Chain L: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 (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RpoD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523 aa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Chain R: 6S RNA, 112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8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9428" y="174171"/>
            <a:ext cx="2373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828" y="868812"/>
            <a:ext cx="11604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computationally generated proteins for overlap with experimentally defined 6S RNA–σ70 interface residues.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0" y="2684694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19200" y="4354638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402286" y="4430497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402286" y="2635192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790700" y="2977727"/>
            <a:ext cx="200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6S RNA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5515" y="4771314"/>
            <a:ext cx="200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σ70/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5313" y="4663274"/>
            <a:ext cx="23948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6S RNA–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RNAP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81256" y="2916073"/>
            <a:ext cx="2002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Novo protein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4000" y="1954797"/>
            <a:ext cx="2536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Native system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70271" y="1962614"/>
            <a:ext cx="3624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concept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558143" y="3839553"/>
            <a:ext cx="10886" cy="52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8741229" y="3897935"/>
            <a:ext cx="0" cy="504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42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36570" y="261257"/>
            <a:ext cx="4789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Workflow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4914" y="1449856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458193" y="5304877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458193" y="3422152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66553" y="1495297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193" y="1495298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48200" y="5304873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04205" y="1604173"/>
            <a:ext cx="250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5VT0 Native complex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85657" y="1700783"/>
            <a:ext cx="2002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design target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03124" y="1681001"/>
            <a:ext cx="24329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Unconditional sampling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77244" y="3523071"/>
            <a:ext cx="2884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de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ovo protein candidates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26285" y="5674638"/>
            <a:ext cx="200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MegaDock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10832" y="5459192"/>
            <a:ext cx="2002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analysis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5482" y="5304875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205589" y="5459192"/>
            <a:ext cx="23023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prioritization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3750128" y="1816000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7549240" y="1868866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 rot="10800000">
            <a:off x="7462146" y="5674638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10800000">
            <a:off x="3652153" y="5674639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5400000">
            <a:off x="9335973" y="2824871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5400000">
            <a:off x="9335973" y="4766060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9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400" y="195943"/>
            <a:ext cx="2373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3771" y="1328057"/>
            <a:ext cx="119307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reference – 5VT0, obtained by RCSB PDB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Unconditional Sampling – De novo protein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MegaDock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protein-protein docking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Prodigy – predicted binding affinity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3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3429" y="195943"/>
            <a:ext cx="6008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Novo Protein Generation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1257" y="1371600"/>
            <a:ext cx="11930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Unconditional sampling: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Eight compact de novo protein candidates were generated as potential mimics of the native 6S RNA-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 interaction.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86" y="3210512"/>
            <a:ext cx="3393799" cy="23194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634" y="3049838"/>
            <a:ext cx="2679246" cy="31356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590" y="3109385"/>
            <a:ext cx="2569030" cy="3016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8744" y="5721794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8818" y="6244587"/>
            <a:ext cx="3468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55829" y="6191390"/>
            <a:ext cx="3551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7296" y="3047956"/>
            <a:ext cx="2564608" cy="29052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55678" y="6182087"/>
            <a:ext cx="3551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793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3429" y="195943"/>
            <a:ext cx="6008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Novo Protein Generation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9831" y="4524365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186228"/>
            <a:ext cx="2532289" cy="29478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29" y="1146031"/>
            <a:ext cx="2592660" cy="29880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972" y="1186228"/>
            <a:ext cx="2537354" cy="29052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342" y="1186228"/>
            <a:ext cx="2416629" cy="28066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37200" y="4524365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8627" y="4524365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88285" y="4676765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Candidate_08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30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400" y="363915"/>
            <a:ext cx="6008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Used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1887" y="948690"/>
            <a:ext cx="1103811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design challenge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investigate the recently discovered conformational RNA switch in the human RORC 3′UTR.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structural references: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EMD-42275 = WT Class A / Conformation 1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EMD-42276 = WT Class B / Conformation 2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experimentally determined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cryo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-EM maps deposited in EMDB. Do not assume they are atomic PDB structures.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WT RORC switch sequence: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GGTGCTCCAGTCCACTGATCTTGGGTCTGGGGTGATCCAAATACCACCCCAGCTCCAGCTGTCTTCTACCACTAGAAGACCCAAGAGAAGCAGAAGTCGCTCGCACTGGTCAGTCGGAAGGCAAGATCAGATCCTGGAGGACTTTCCTGGCCTGCCCGCCAGCCCTGCTCTTGTTGTGGAGAAGGA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we computationally design a de novo protein that creates a new protein–RNA interaction by selectively recognizing a cryptic/state-specific surface exposed in one conformation of the RORC RNA switch, potentially stabilizing that RNA state?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execute the complete workflow yourself using ONLY the tools available in Boltzmann Lab. Do not use external computational tools.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sequence and the experimental structural references above: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58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3429" y="195943"/>
            <a:ext cx="6008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Used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429" y="780718"/>
            <a:ext cx="10820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the two experimentally characterized WT conformations can be represented using the available Boltzmann tools.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 potentially conformation-specific/cryptic RNA surface.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or generate suitable de novo protein candidates.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 protein–RNA interactions/complexes using the available tools.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same candidate proteins against both RORC conformations.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predicted interactions and identify candidates showing preferential recognition of one conformation.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 whether the resulting design supports our biological hypothesis.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constraints: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ONLY Boltzmann Lab tools available to you.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use external docking, structure prediction, molecular dynamics, or custom computational analysis.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decide the tool order and workflow.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stop merely because one particular tool is unavailable; use the best available Boltzmann-only alternative where scientifically appropriate.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distinguish experimentally established information from computational predictions.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claim experimental validation where none exists.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 required step genuinely cannot be performed with the available tools, explain exactly what is missing and proceed as far as possible with the remaining workflow.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Goal: produce a computational proof-of-concept for a conformation-selective de novo protein binder of the RORC RNA switch, rather than simply predicting a generic RNA-binding protein.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3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84915" y="152401"/>
            <a:ext cx="4659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Docking the 8 candidates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5429" y="1328057"/>
            <a:ext cx="111034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MegaDock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8 generated protein candidates were docked against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σ70- containing RNAP target stricture to identify protein–σ70 interaction poses.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1357" y="3288186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34644" y="3276836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860972" y="3303933"/>
            <a:ext cx="2677886" cy="1262743"/>
          </a:xfrm>
          <a:prstGeom prst="rect">
            <a:avLst/>
          </a:prstGeom>
          <a:solidFill>
            <a:srgbClr val="F9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40971" y="3442503"/>
            <a:ext cx="250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protein candidates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48302" y="3646597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Megadock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1" y="3646598"/>
            <a:ext cx="25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Docking poses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8039103" y="3617891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057649" y="3639365"/>
            <a:ext cx="653143" cy="530452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6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544" y="304800"/>
            <a:ext cx="6008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Docking result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56619"/>
            <a:ext cx="4057650" cy="4562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599" y="1721974"/>
            <a:ext cx="46808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 of all the 8 protein candidates, 3 candidates showed interaction with the reference RNA </a:t>
            </a:r>
          </a:p>
        </p:txBody>
      </p:sp>
    </p:spTree>
    <p:extLst>
      <p:ext uri="{BB962C8B-B14F-4D97-AF65-F5344CB8AC3E}">
        <p14:creationId xmlns:p14="http://schemas.microsoft.com/office/powerpoint/2010/main" val="564313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9316" y="0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Prodigy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0229" y="851117"/>
            <a:ext cx="11451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 03 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56" y="1805224"/>
            <a:ext cx="5785758" cy="27460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16" y="1534321"/>
            <a:ext cx="2569030" cy="301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61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9316" y="0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Prodigy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0229" y="851117"/>
            <a:ext cx="11451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 06 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57" y="1805224"/>
            <a:ext cx="6782859" cy="32974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257" y="1805224"/>
            <a:ext cx="2592660" cy="29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9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9316" y="0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Prodigy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0229" y="851117"/>
            <a:ext cx="11451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 08 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1" y="1705039"/>
            <a:ext cx="6945085" cy="34436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944" y="1705039"/>
            <a:ext cx="3111958" cy="361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80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6288" y="266342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achieved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8458" y="1435892"/>
            <a:ext cx="55081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Candidate_ 08 interaction with a region of σ70 that is also contacted by 6S RNA.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partial structure and interface mimicry of the native 6S RNA -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σ70 interactions. The current design doesn’t reproduce the complete 6S RNA  interface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488" y="1435892"/>
            <a:ext cx="469582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44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6288" y="266342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8458" y="1435892"/>
            <a:ext cx="110816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partial interface overlap was observed.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docking and Prodigy doesn’t establish biological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binding remains to be tested.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future target conditioned design could aim for boarder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ative interface coverage.</a:t>
            </a:r>
          </a:p>
        </p:txBody>
      </p:sp>
    </p:spTree>
    <p:extLst>
      <p:ext uri="{BB962C8B-B14F-4D97-AF65-F5344CB8AC3E}">
        <p14:creationId xmlns:p14="http://schemas.microsoft.com/office/powerpoint/2010/main" val="2291613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6288" y="266342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8458" y="1435892"/>
            <a:ext cx="110816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de novo protein candidates were generated and computationally screened against the 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σ70/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RNAP target.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candidate_08 emerged as the lead candidate, contacting R385 within the native 6S RNA–</a:t>
            </a:r>
            <a:r>
              <a:rPr lang="el-G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σ70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 region and showing a predicted 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ΔG of −6.1 kcal/mol.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Together, these results provide a computational proof-of concept for designing protein candidates that are partially mimicking an RNA- mediated regulatory interface.</a:t>
            </a:r>
          </a:p>
        </p:txBody>
      </p:sp>
    </p:spTree>
    <p:extLst>
      <p:ext uri="{BB962C8B-B14F-4D97-AF65-F5344CB8AC3E}">
        <p14:creationId xmlns:p14="http://schemas.microsoft.com/office/powerpoint/2010/main" val="346287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846</Words>
  <Application>Microsoft Office PowerPoint</Application>
  <PresentationFormat>Widescreen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1234</dc:creator>
  <cp:lastModifiedBy>1234</cp:lastModifiedBy>
  <cp:revision>16</cp:revision>
  <dcterms:created xsi:type="dcterms:W3CDTF">2026-08-31T10:59:50Z</dcterms:created>
  <dcterms:modified xsi:type="dcterms:W3CDTF">2026-08-31T13:30:42Z</dcterms:modified>
</cp:coreProperties>
</file>